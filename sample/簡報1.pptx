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2C6C72-1301-0664-35C8-A0B8CE882D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17A20E6-E2EB-8BCE-5737-C202188AE3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0BB0EF1-BE28-AB99-A0B5-54FA9DF1F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2A8D4-4FD7-4202-B2F9-674168C8F0F1}" type="datetimeFigureOut">
              <a:rPr lang="zh-TW" altLang="en-US" smtClean="0"/>
              <a:t>2026/10/28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73E1485-E1A0-EC71-D7A8-990E4F5E2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CD501E2-1F07-9B41-420F-431334EFA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7273E-AB6D-4813-B6C9-8CBAF35030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016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4D9949-274C-FFE8-BB68-9A2141A26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816FAD-4550-F3FF-64C5-575B9FC2E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5F6E5A3-4F79-A669-3BBA-9F3692266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2A8D4-4FD7-4202-B2F9-674168C8F0F1}" type="datetimeFigureOut">
              <a:rPr lang="zh-TW" altLang="en-US" smtClean="0"/>
              <a:t>2026/10/28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D3F7007-9A11-227B-3C12-A2AD0D0EC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235CA0E-9E9C-11E7-6BEE-CCC54426A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7273E-AB6D-4813-B6C9-8CBAF35030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72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A11E7E-9CD4-5DCE-BE8C-7DA5F467E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E333887-4E84-C06C-2DC9-32CAA6E93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28ABDD-97B1-3017-8AB5-11B97B34A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2A8D4-4FD7-4202-B2F9-674168C8F0F1}" type="datetimeFigureOut">
              <a:rPr lang="zh-TW" altLang="en-US" smtClean="0"/>
              <a:t>2026/10/28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5AF0BC3-9FA0-269F-9C18-6B22916DB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9C8FD25-2A43-8B85-FABC-D2C21F13B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7273E-AB6D-4813-B6C9-8CBAF35030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1878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3396EB-6A3A-7B2B-A81A-CC617434D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D0887B-9913-803F-342B-78E0C8CF53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CF68D50-4E05-C121-C0FC-1A0E16532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C3A88F3-D960-58EF-12C0-0FBDB68BC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2A8D4-4FD7-4202-B2F9-674168C8F0F1}" type="datetimeFigureOut">
              <a:rPr lang="zh-TW" altLang="en-US" smtClean="0"/>
              <a:t>2026/10/28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CB2FC34-5135-DCAC-067C-6AE80BFA5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8775615-88D2-F171-5E53-E2A6D7FDA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7273E-AB6D-4813-B6C9-8CBAF35030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3736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5CB171-22E8-AD9D-2367-A4D45B050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ADB0282-48DF-CAAE-1F1C-EDA8D24E9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DF3E8BD-0C67-9D1B-A387-9F00DEC7A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4E0D193-B292-510B-572C-4035EC4782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0B0EA83-24C7-B8D8-65AD-292DC5E73C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8C95770-54F1-9133-2796-1B403ED49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2A8D4-4FD7-4202-B2F9-674168C8F0F1}" type="datetimeFigureOut">
              <a:rPr lang="zh-TW" altLang="en-US" smtClean="0"/>
              <a:t>2026/10/28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DFB3D34-AAFB-B4C5-9D1F-5AB7A00FF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422680E-3FC2-0552-A347-8C8708DBD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7273E-AB6D-4813-B6C9-8CBAF35030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5700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44C8A8-B9CC-D877-6D26-E6473BD48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5B5491C-1006-9FB9-8694-B579EF8C0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2A8D4-4FD7-4202-B2F9-674168C8F0F1}" type="datetimeFigureOut">
              <a:rPr lang="zh-TW" altLang="en-US" smtClean="0"/>
              <a:t>2026/10/28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FB3F0AE-6416-A006-634E-130E18E4F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E6C67AA-6D23-EB80-3347-F72D82E5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7273E-AB6D-4813-B6C9-8CBAF35030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453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C02B0C0-BECF-9A80-44E5-4FDC164EB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2A8D4-4FD7-4202-B2F9-674168C8F0F1}" type="datetimeFigureOut">
              <a:rPr lang="zh-TW" altLang="en-US" smtClean="0"/>
              <a:t>2026/10/28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B6E882D-932B-E8A8-85E8-5E518CA91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817E96E-63A5-E439-C466-7EFE7FC29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7273E-AB6D-4813-B6C9-8CBAF35030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1826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D966BD-3C28-983C-30B9-361CF1396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5A5D85-EC42-7A02-92A8-0BFEE4BE1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151A22C-9B8B-3855-3DE1-9640CD891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3B7DE12-2EEF-D32A-AE08-32CAE1C97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2A8D4-4FD7-4202-B2F9-674168C8F0F1}" type="datetimeFigureOut">
              <a:rPr lang="zh-TW" altLang="en-US" smtClean="0"/>
              <a:t>2026/10/28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BB43651-E3A0-4F71-CE3E-9389B798A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24F6768-EC17-78DE-3681-CEC1DEF56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7273E-AB6D-4813-B6C9-8CBAF35030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009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B24BB2-860D-6CA0-E387-C5C694E3F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BEB32D4-E348-071C-0F1D-830FB3D5C5A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1951347-9F47-B243-6288-0311886C6D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453E03E-6B8B-A418-16D9-3BC73F0E9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2A8D4-4FD7-4202-B2F9-674168C8F0F1}" type="datetimeFigureOut">
              <a:rPr lang="zh-TW" altLang="en-US" smtClean="0"/>
              <a:t>2026/10/28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AA6E7EC-095A-F54D-B69B-1F73CC703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1BEE040-BB17-D1A1-2E00-125FAF530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7273E-AB6D-4813-B6C9-8CBAF35030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2212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C4443F-FA8C-5E2A-8038-F2565E02A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2AE316A-C935-BB70-3AA9-959F26A3E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C9BFF02-BD8F-2DE4-86F1-FDFBD7BD3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2A8D4-4FD7-4202-B2F9-674168C8F0F1}" type="datetimeFigureOut">
              <a:rPr lang="zh-TW" altLang="en-US" smtClean="0"/>
              <a:t>2026/10/28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0E4AE44-BF52-3C3A-1611-36D130D72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E2D0E8D-BC09-8C3D-8A1A-C447B521B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7273E-AB6D-4813-B6C9-8CBAF35030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2377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5F378A7-CEA0-A22A-072B-94B65FF543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1FCE788-DA28-BBC8-4834-9CFD2F94E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130948-B266-D07E-5D96-6EE5B8B2E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2A8D4-4FD7-4202-B2F9-674168C8F0F1}" type="datetimeFigureOut">
              <a:rPr lang="zh-TW" altLang="en-US" smtClean="0"/>
              <a:t>2026/10/28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5CB173-2071-E27C-0D79-5042E6966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EC8F082-D435-86DF-2850-BC0426E27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7273E-AB6D-4813-B6C9-8CBAF35030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865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1782C92-F13D-50DC-57F7-9CC7FBDAE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9EE557C-C16A-CF0A-D9FA-2846A70B5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4357A5F-9B8A-7746-2DF2-4E0AFAF7D2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D2A8D4-4FD7-4202-B2F9-674168C8F0F1}" type="datetimeFigureOut">
              <a:rPr lang="zh-TW" altLang="en-US" smtClean="0"/>
              <a:t>2026/10/28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511C5D-EA99-7808-C9BD-7B63D01866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16B3313-D55F-3311-AC40-27D21F699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47273E-AB6D-4813-B6C9-8CBAF35030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4777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手指夾貓咪 demo_360p">
            <a:hlinkClick r:id="" action="ppaction://media"/>
            <a:extLst>
              <a:ext uri="{FF2B5EF4-FFF2-40B4-BE49-F238E27FC236}">
                <a16:creationId xmlns:a16="http://schemas.microsoft.com/office/drawing/2014/main" id="{96E36BC8-8893-C376-27CF-AC73D519C7F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48000" y="1714500"/>
            <a:ext cx="6096000" cy="3429000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E145C9F8-FF9F-3E27-1C5B-57112F4DAA7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/>
              <a:t>456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5860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8092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CBC681-66E1-E1CC-272B-9FE197D90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123</a:t>
            </a:r>
            <a:endParaRPr lang="zh-TW" altLang="en-US" dirty="0"/>
          </a:p>
        </p:txBody>
      </p:sp>
      <p:pic>
        <p:nvPicPr>
          <p:cNvPr id="4" name="深蹲智慧偵測App輕鬆做_480p">
            <a:hlinkClick r:id="" action="ppaction://media"/>
            <a:extLst>
              <a:ext uri="{FF2B5EF4-FFF2-40B4-BE49-F238E27FC236}">
                <a16:creationId xmlns:a16="http://schemas.microsoft.com/office/drawing/2014/main" id="{2B31A82A-A1ED-47F2-8735-65A02590BB4C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24088" y="1825625"/>
            <a:ext cx="7742237" cy="4351338"/>
          </a:xfrm>
        </p:spPr>
      </p:pic>
    </p:spTree>
    <p:extLst>
      <p:ext uri="{BB962C8B-B14F-4D97-AF65-F5344CB8AC3E}">
        <p14:creationId xmlns:p14="http://schemas.microsoft.com/office/powerpoint/2010/main" val="1890883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20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寬螢幕</PresentationFormat>
  <Paragraphs>2</Paragraphs>
  <Slides>2</Slides>
  <Notes>0</Notes>
  <HiddenSlides>0</HiddenSlides>
  <MMClips>2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佈景主題</vt:lpstr>
      <vt:lpstr>PowerPoint 簡報</vt:lpstr>
      <vt:lpstr>123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information@ms2.ccsh.tn.edu.tw</dc:creator>
  <cp:lastModifiedBy>information@ms2.ccsh.tn.edu.tw</cp:lastModifiedBy>
  <cp:revision>1</cp:revision>
  <dcterms:created xsi:type="dcterms:W3CDTF">2026-10-28T08:12:46Z</dcterms:created>
  <dcterms:modified xsi:type="dcterms:W3CDTF">2026-10-28T08:12:46Z</dcterms:modified>
</cp:coreProperties>
</file>